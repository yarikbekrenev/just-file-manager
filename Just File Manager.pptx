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59D8D81-C5B4-4C70-8B83-3A8AEB9E3E49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dclex acdclex" initials="aa" lastIdx="1" clrIdx="0">
    <p:extLst>
      <p:ext uri="{19B8F6BF-5375-455C-9EA6-DF929625EA0E}">
        <p15:presenceInfo xmlns:p15="http://schemas.microsoft.com/office/powerpoint/2012/main" userId="1d39cba57ba7daa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03T09:32:44.452" idx="1">
    <p:pos x="7589" y="1163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10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347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40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291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75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35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6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09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896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79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460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DB4C836-C734-4108-B06B-2BF7534ED2C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2D8B7FF-2AF7-45C3-A0B4-0BFCADB6DF4A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16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7D3EA-CB89-4C7E-92A5-892C59FCA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318" y="818218"/>
            <a:ext cx="10058400" cy="3525181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Just File Manager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4BFF7-C8DD-4635-ADFA-FEB6D82FECA0}"/>
              </a:ext>
            </a:extLst>
          </p:cNvPr>
          <p:cNvSpPr txBox="1"/>
          <p:nvPr/>
        </p:nvSpPr>
        <p:spPr>
          <a:xfrm>
            <a:off x="9287934" y="5685783"/>
            <a:ext cx="2904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Ярослав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Бекренёв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ИП-61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ЦТ «Кемерово»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2FBEF-56EB-437F-B3C6-F8BDB5EB3FF6}"/>
              </a:ext>
            </a:extLst>
          </p:cNvPr>
          <p:cNvSpPr txBox="1"/>
          <p:nvPr/>
        </p:nvSpPr>
        <p:spPr>
          <a:xfrm>
            <a:off x="1159318" y="4435192"/>
            <a:ext cx="7526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" panose="020B0502040204020203" pitchFamily="34" charset="0"/>
              </a:rPr>
              <a:t>Файловый менеджер для систематизации данных </a:t>
            </a:r>
          </a:p>
        </p:txBody>
      </p:sp>
    </p:spTree>
    <p:extLst>
      <p:ext uri="{BB962C8B-B14F-4D97-AF65-F5344CB8AC3E}">
        <p14:creationId xmlns:p14="http://schemas.microsoft.com/office/powerpoint/2010/main" val="192480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28F09-6F20-418A-BA74-605EF049A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33" y="286603"/>
            <a:ext cx="10253133" cy="1450757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Что за программа?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2650C3-7750-46E5-BD9D-FA835065B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133" y="1836004"/>
            <a:ext cx="10391987" cy="1371599"/>
          </a:xfrm>
        </p:spPr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 помощи данной программы в базу заносятся различные документы, с различными расширениями.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Программа сама автоматически делит данные файлы по различным расширениям по папкам назначения.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3E26C-E465-4F75-A354-793A10EAA016}"/>
              </a:ext>
            </a:extLst>
          </p:cNvPr>
          <p:cNvSpPr txBox="1"/>
          <p:nvPr/>
        </p:nvSpPr>
        <p:spPr>
          <a:xfrm>
            <a:off x="5461000" y="3815571"/>
            <a:ext cx="65506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Например, имеются файлы текстовые (.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doc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), видео (.mp4), аудио (.mp3), которые программа автоматически разделит на 3 папки. Также есть возможность усовершенствования программы, она может систематизировать файлы не только по расширению, но и например по названию (кодовое слово). Также можно будет настраивать распределение по папкам. Чтобы файлы с расширением которые задал пользователь отправлялись в другую папку.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9611478-E122-497F-AFF7-4D139B02A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904" y="3189956"/>
            <a:ext cx="6447756" cy="5876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3BCE8A-CD85-4690-891B-F8195410F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133" y="3694208"/>
            <a:ext cx="3917398" cy="12849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D6F36C-477E-473F-80AF-BD8943A94E47}"/>
              </a:ext>
            </a:extLst>
          </p:cNvPr>
          <p:cNvSpPr txBox="1"/>
          <p:nvPr/>
        </p:nvSpPr>
        <p:spPr>
          <a:xfrm>
            <a:off x="2284665" y="3336364"/>
            <a:ext cx="182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 разделения: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34A97C3-9C2D-4B51-A98A-34EEE270C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133" y="5292542"/>
            <a:ext cx="3917398" cy="888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2F07C1-071C-40B4-9BC6-640122CD54FD}"/>
              </a:ext>
            </a:extLst>
          </p:cNvPr>
          <p:cNvSpPr txBox="1"/>
          <p:nvPr/>
        </p:nvSpPr>
        <p:spPr>
          <a:xfrm>
            <a:off x="2098398" y="4949326"/>
            <a:ext cx="2074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разделения:</a:t>
            </a:r>
          </a:p>
        </p:txBody>
      </p:sp>
    </p:spTree>
    <p:extLst>
      <p:ext uri="{BB962C8B-B14F-4D97-AF65-F5344CB8AC3E}">
        <p14:creationId xmlns:p14="http://schemas.microsoft.com/office/powerpoint/2010/main" val="355032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4B0FB-6C73-4CEC-B497-3715642EC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Где может пригодится?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1B69A9-AEFB-4929-B52B-EA2BB8581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487920" cy="47256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Данная программа может быть применена в различных организациях в которых необходимо систематизировать документацию, также для обычных пользователей которым нужно быстро распределить файлы по расширению или названию. 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048417-42F1-456F-BAA9-10ECCBADE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466" y="3335867"/>
            <a:ext cx="2683934" cy="268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01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DAE53B-7428-4309-94C7-0485D3C4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Экономика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A7948-F4B2-4EA3-8664-874C9D586F34}"/>
              </a:ext>
            </a:extLst>
          </p:cNvPr>
          <p:cNvSpPr txBox="1"/>
          <p:nvPr/>
        </p:nvSpPr>
        <p:spPr>
          <a:xfrm>
            <a:off x="1097281" y="1825706"/>
            <a:ext cx="10058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 вопросах экономики очень важна экономия времени и материальных ресурсов. Каждый работодатель стремится ускорить рабочие процессы.  Например, на ручную сортировку файлов исполнитель может затратить от 10-20 минут. В месяц это составляет 440 минут, а в год до трёх с половиной суток. А если это в масштабах большой организации, то это может быть целый штатный сотрудник, а то и несколько. Используя данную программу, можно уменьшить данных сотрудников в разы. Что сэкономит в среднем организации до полумиллиона рублей.</a:t>
            </a:r>
          </a:p>
        </p:txBody>
      </p:sp>
    </p:spTree>
    <p:extLst>
      <p:ext uri="{BB962C8B-B14F-4D97-AF65-F5344CB8AC3E}">
        <p14:creationId xmlns:p14="http://schemas.microsoft.com/office/powerpoint/2010/main" val="218854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BB2A5-F65A-4FED-A45F-80380264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Аналоги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E5B107-EA20-4213-9C9A-2D7F68E8A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293" y="1763844"/>
            <a:ext cx="10058400" cy="402336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Аналогами моей программы является два приложения.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239682-15C8-415A-8DA3-4EAD1457E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66" y="3429000"/>
            <a:ext cx="5724790" cy="2862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403163-865F-4542-BD6E-D146D8D12A8E}"/>
              </a:ext>
            </a:extLst>
          </p:cNvPr>
          <p:cNvSpPr txBox="1"/>
          <p:nvPr/>
        </p:nvSpPr>
        <p:spPr>
          <a:xfrm>
            <a:off x="2693061" y="2202187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ahnschrift" panose="020B0502040204020203" pitchFamily="34" charset="0"/>
              </a:rPr>
              <a:t>PhotoMove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505FF-6C2F-4687-A9EA-32E9D70CE0E6}"/>
              </a:ext>
            </a:extLst>
          </p:cNvPr>
          <p:cNvSpPr txBox="1"/>
          <p:nvPr/>
        </p:nvSpPr>
        <p:spPr>
          <a:xfrm>
            <a:off x="462094" y="2511789"/>
            <a:ext cx="5782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</a:rPr>
              <a:t>Приложение считывает данные EXIF из ваших снимков, затем раскладывает их по папкам в зависимости от даты создания по шаблону «год — месяц — день».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A69CC-28B3-4F28-A97D-6298EF732BC0}"/>
              </a:ext>
            </a:extLst>
          </p:cNvPr>
          <p:cNvSpPr txBox="1"/>
          <p:nvPr/>
        </p:nvSpPr>
        <p:spPr>
          <a:xfrm>
            <a:off x="8571136" y="2277177"/>
            <a:ext cx="829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 err="1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DropIt</a:t>
            </a:r>
            <a:endParaRPr lang="en-US" i="0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3A79C3-BF4F-4D7A-A957-29C49907E468}"/>
              </a:ext>
            </a:extLst>
          </p:cNvPr>
          <p:cNvSpPr txBox="1"/>
          <p:nvPr/>
        </p:nvSpPr>
        <p:spPr>
          <a:xfrm>
            <a:off x="6333397" y="2815409"/>
            <a:ext cx="5305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i="0" dirty="0" err="1">
                <a:solidFill>
                  <a:srgbClr val="000000"/>
                </a:solidFill>
                <a:effectLst/>
              </a:rPr>
              <a:t>DropIt</a:t>
            </a:r>
            <a:r>
              <a:rPr lang="ru-RU" sz="1600" b="0" i="0" dirty="0">
                <a:solidFill>
                  <a:srgbClr val="000000"/>
                </a:solidFill>
                <a:effectLst/>
              </a:rPr>
              <a:t> выполняет определённые действия с файлами, которые подпадают под указанные критерии.</a:t>
            </a:r>
            <a:endParaRPr lang="ru-RU" sz="1600" dirty="0"/>
          </a:p>
        </p:txBody>
      </p:sp>
      <p:pic>
        <p:nvPicPr>
          <p:cNvPr id="1026" name="Picture 2" descr="DropIt">
            <a:extLst>
              <a:ext uri="{FF2B5EF4-FFF2-40B4-BE49-F238E27FC236}">
                <a16:creationId xmlns:a16="http://schemas.microsoft.com/office/drawing/2014/main" id="{74901970-934A-4F66-ABA7-A3C9C97C2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0" y="3429000"/>
            <a:ext cx="5671821" cy="283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CB4378-3394-4B4D-BA4A-2DAD72753CAD}"/>
              </a:ext>
            </a:extLst>
          </p:cNvPr>
          <p:cNvSpPr txBox="1"/>
          <p:nvPr/>
        </p:nvSpPr>
        <p:spPr>
          <a:xfrm>
            <a:off x="1662740" y="6291395"/>
            <a:ext cx="338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Бесплатно, за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версию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9$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A26D6-6B51-4596-95FE-7E8AAB2CBF7B}"/>
              </a:ext>
            </a:extLst>
          </p:cNvPr>
          <p:cNvSpPr txBox="1"/>
          <p:nvPr/>
        </p:nvSpPr>
        <p:spPr>
          <a:xfrm>
            <a:off x="8329154" y="6291395"/>
            <a:ext cx="131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Бесплатно</a:t>
            </a:r>
          </a:p>
        </p:txBody>
      </p:sp>
    </p:spTree>
    <p:extLst>
      <p:ext uri="{BB962C8B-B14F-4D97-AF65-F5344CB8AC3E}">
        <p14:creationId xmlns:p14="http://schemas.microsoft.com/office/powerpoint/2010/main" val="364395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57AC2-65A9-4830-83DE-45E3EE14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Схема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05039-4311-41A8-81EC-A6FD246BE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Вот схема реализации на 3 года: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5386F0-3623-4464-A1CE-7CEDBFC423E1}"/>
              </a:ext>
            </a:extLst>
          </p:cNvPr>
          <p:cNvSpPr/>
          <p:nvPr/>
        </p:nvSpPr>
        <p:spPr>
          <a:xfrm>
            <a:off x="855132" y="3031067"/>
            <a:ext cx="2963334" cy="130386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51308-FC8A-4E2A-A24F-69226F6FED9D}"/>
              </a:ext>
            </a:extLst>
          </p:cNvPr>
          <p:cNvSpPr txBox="1"/>
          <p:nvPr/>
        </p:nvSpPr>
        <p:spPr>
          <a:xfrm>
            <a:off x="1926163" y="3073943"/>
            <a:ext cx="821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 Black" panose="020B0A04020102020204" pitchFamily="34" charset="0"/>
              </a:rPr>
              <a:t>2026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BCF2E35-892C-4897-8342-BBE48298DB01}"/>
              </a:ext>
            </a:extLst>
          </p:cNvPr>
          <p:cNvCxnSpPr>
            <a:cxnSpLocks/>
          </p:cNvCxnSpPr>
          <p:nvPr/>
        </p:nvCxnSpPr>
        <p:spPr>
          <a:xfrm>
            <a:off x="855132" y="3486150"/>
            <a:ext cx="29633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75E5AD-0CC3-4F60-8832-561E311F854B}"/>
              </a:ext>
            </a:extLst>
          </p:cNvPr>
          <p:cNvSpPr/>
          <p:nvPr/>
        </p:nvSpPr>
        <p:spPr>
          <a:xfrm>
            <a:off x="4614333" y="3031067"/>
            <a:ext cx="2963334" cy="130386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29E0B9FB-D480-4586-A912-9DB260E9333C}"/>
              </a:ext>
            </a:extLst>
          </p:cNvPr>
          <p:cNvCxnSpPr>
            <a:stCxn id="4" idx="3"/>
            <a:endCxn id="13" idx="1"/>
          </p:cNvCxnSpPr>
          <p:nvPr/>
        </p:nvCxnSpPr>
        <p:spPr>
          <a:xfrm>
            <a:off x="3818466" y="3683000"/>
            <a:ext cx="79586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7BDE05B-424D-4534-A102-94E582263A51}"/>
              </a:ext>
            </a:extLst>
          </p:cNvPr>
          <p:cNvSpPr txBox="1"/>
          <p:nvPr/>
        </p:nvSpPr>
        <p:spPr>
          <a:xfrm>
            <a:off x="5654569" y="3075956"/>
            <a:ext cx="80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 Black" panose="020B0A04020102020204" pitchFamily="34" charset="0"/>
              </a:rPr>
              <a:t>2027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AC97CD6-A63A-4A70-9D6E-BB6B019ABAE6}"/>
              </a:ext>
            </a:extLst>
          </p:cNvPr>
          <p:cNvCxnSpPr>
            <a:cxnSpLocks/>
          </p:cNvCxnSpPr>
          <p:nvPr/>
        </p:nvCxnSpPr>
        <p:spPr>
          <a:xfrm>
            <a:off x="4614333" y="3486150"/>
            <a:ext cx="29633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1687B83-315C-47ED-8099-863D09D74768}"/>
              </a:ext>
            </a:extLst>
          </p:cNvPr>
          <p:cNvSpPr/>
          <p:nvPr/>
        </p:nvSpPr>
        <p:spPr>
          <a:xfrm>
            <a:off x="8368771" y="3031067"/>
            <a:ext cx="2963334" cy="130386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60008D52-2FA4-42ED-919B-634CC0FF48ED}"/>
              </a:ext>
            </a:extLst>
          </p:cNvPr>
          <p:cNvCxnSpPr/>
          <p:nvPr/>
        </p:nvCxnSpPr>
        <p:spPr>
          <a:xfrm>
            <a:off x="7577667" y="3683000"/>
            <a:ext cx="79586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7C410AD-15C6-4445-B2CF-1259CF61A67F}"/>
              </a:ext>
            </a:extLst>
          </p:cNvPr>
          <p:cNvSpPr txBox="1"/>
          <p:nvPr/>
        </p:nvSpPr>
        <p:spPr>
          <a:xfrm>
            <a:off x="9442767" y="3077687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 Black" panose="020B0A04020102020204" pitchFamily="34" charset="0"/>
              </a:rPr>
              <a:t>2028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FBCD5C07-FC5A-4F92-8938-BE4573A398F4}"/>
              </a:ext>
            </a:extLst>
          </p:cNvPr>
          <p:cNvCxnSpPr>
            <a:cxnSpLocks/>
          </p:cNvCxnSpPr>
          <p:nvPr/>
        </p:nvCxnSpPr>
        <p:spPr>
          <a:xfrm>
            <a:off x="8384963" y="3486150"/>
            <a:ext cx="29633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AC0C326-843A-4CD0-B3A5-701DA18EEF5D}"/>
              </a:ext>
            </a:extLst>
          </p:cNvPr>
          <p:cNvSpPr txBox="1"/>
          <p:nvPr/>
        </p:nvSpPr>
        <p:spPr>
          <a:xfrm>
            <a:off x="8930641" y="3582639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21DD57-A488-46B7-AE9E-44284A25B4FB}"/>
              </a:ext>
            </a:extLst>
          </p:cNvPr>
          <p:cNvSpPr txBox="1"/>
          <p:nvPr/>
        </p:nvSpPr>
        <p:spPr>
          <a:xfrm>
            <a:off x="4892462" y="3582639"/>
            <a:ext cx="2443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Совместимость с</a:t>
            </a:r>
            <a:r>
              <a:rPr lang="en-US" dirty="0"/>
              <a:t> Linux</a:t>
            </a:r>
            <a:r>
              <a:rPr lang="ru-RU" dirty="0"/>
              <a:t> и </a:t>
            </a:r>
            <a:r>
              <a:rPr lang="en-US" dirty="0"/>
              <a:t>MacOS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BCB25-F07C-4855-8F4C-698042B5453C}"/>
              </a:ext>
            </a:extLst>
          </p:cNvPr>
          <p:cNvSpPr txBox="1"/>
          <p:nvPr/>
        </p:nvSpPr>
        <p:spPr>
          <a:xfrm>
            <a:off x="920855" y="3582639"/>
            <a:ext cx="2721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Исправление багов, добавление новых функций.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A4AC21-2C6F-4CCA-83DC-99FD42DD8CAC}"/>
              </a:ext>
            </a:extLst>
          </p:cNvPr>
          <p:cNvSpPr txBox="1"/>
          <p:nvPr/>
        </p:nvSpPr>
        <p:spPr>
          <a:xfrm>
            <a:off x="8586469" y="3593918"/>
            <a:ext cx="256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Добавление работы с облачным хранилищем</a:t>
            </a:r>
          </a:p>
        </p:txBody>
      </p:sp>
    </p:spTree>
    <p:extLst>
      <p:ext uri="{BB962C8B-B14F-4D97-AF65-F5344CB8AC3E}">
        <p14:creationId xmlns:p14="http://schemas.microsoft.com/office/powerpoint/2010/main" val="2595625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382DF7B-8DC4-4611-8E38-FA5F17732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734" y="767418"/>
            <a:ext cx="12192000" cy="3566160"/>
          </a:xfrm>
        </p:spPr>
        <p:txBody>
          <a:bodyPr>
            <a:normAutofit/>
          </a:bodyPr>
          <a:lstStyle/>
          <a:p>
            <a:r>
              <a:rPr lang="ru-RU" sz="6600" dirty="0">
                <a:latin typeface="Arial Black" panose="020B0A04020102020204" pitchFamily="34" charset="0"/>
              </a:rPr>
              <a:t>  Спасибо за внимание!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D1952-C52F-4CF1-9F06-F2D62E2463ED}"/>
              </a:ext>
            </a:extLst>
          </p:cNvPr>
          <p:cNvSpPr txBox="1"/>
          <p:nvPr/>
        </p:nvSpPr>
        <p:spPr>
          <a:xfrm>
            <a:off x="9248775" y="5681134"/>
            <a:ext cx="2943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Бекренёв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Ярослав ИП-61</a:t>
            </a:r>
          </a:p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ЦТ «Кемерово»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DFC41-6FB0-4A67-8881-6571106B9A41}"/>
              </a:ext>
            </a:extLst>
          </p:cNvPr>
          <p:cNvSpPr txBox="1"/>
          <p:nvPr/>
        </p:nvSpPr>
        <p:spPr>
          <a:xfrm>
            <a:off x="4919662" y="4333578"/>
            <a:ext cx="2281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Задавайте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97097242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3354</TotalTime>
  <Words>343</Words>
  <Application>Microsoft Office PowerPoint</Application>
  <PresentationFormat>Широкоэкранный</PresentationFormat>
  <Paragraphs>35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Bahnschrift</vt:lpstr>
      <vt:lpstr>Calibri</vt:lpstr>
      <vt:lpstr>Calibri Light</vt:lpstr>
      <vt:lpstr>Ретро</vt:lpstr>
      <vt:lpstr>Just File Manager</vt:lpstr>
      <vt:lpstr>Что за программа?</vt:lpstr>
      <vt:lpstr>Где может пригодится?</vt:lpstr>
      <vt:lpstr>Экономика</vt:lpstr>
      <vt:lpstr>Аналоги</vt:lpstr>
      <vt:lpstr>Схема реализации</vt:lpstr>
      <vt:lpstr>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acdclex acdclex</dc:creator>
  <cp:lastModifiedBy>acdclex acdclex</cp:lastModifiedBy>
  <cp:revision>40</cp:revision>
  <dcterms:created xsi:type="dcterms:W3CDTF">2026-03-22T08:58:19Z</dcterms:created>
  <dcterms:modified xsi:type="dcterms:W3CDTF">2026-04-19T03:27:33Z</dcterms:modified>
</cp:coreProperties>
</file>
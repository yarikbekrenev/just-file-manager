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omments/comment1.xml" ContentType="application/vnd.openxmlformats-officedocument.presentationml.comment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059D8D81-C5B4-4C70-8B83-3A8AEB9E3E49}">
          <p14:sldIdLst>
            <p14:sldId id="256"/>
            <p14:sldId id="257"/>
            <p14:sldId id="258"/>
            <p14:sldId id="259"/>
            <p14:sldId id="260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cdclex acdclex" initials="aa" lastIdx="1" clrIdx="0">
    <p:extLst>
      <p:ext uri="{19B8F6BF-5375-455C-9EA6-DF929625EA0E}">
        <p15:presenceInfo xmlns:p15="http://schemas.microsoft.com/office/powerpoint/2012/main" userId="1d39cba57ba7daa4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commentAuthors" Target="commentAuthors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6-04-03T09:32:44.452" idx="1">
    <p:pos x="7589" y="1163"/>
    <p:text/>
    <p:extLst>
      <p:ext uri="{C676402C-5697-4E1C-873F-D02D1690AC5C}">
        <p15:threadingInfo xmlns:p15="http://schemas.microsoft.com/office/powerpoint/2012/main" timeZoneBias="-420"/>
      </p:ext>
    </p:extLst>
  </p:cm>
</p:cmLst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0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010585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marL="0"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493470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Заголовок раздела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14011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9" y="1845734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52916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49752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93552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566058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2DB4C836-C734-4108-B06B-2BF7534ED2C8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660950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264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3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08960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06797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4778"/>
            <a:ext cx="2628900" cy="5757421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4778"/>
            <a:ext cx="7734300" cy="5757422"/>
          </a:xfrm>
        </p:spPr>
        <p:txBody>
          <a:bodyPr vert="eaVert" lIns="45720" tIns="0" rIns="45720" bIns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4C836-C734-4108-B06B-2BF7534ED2C8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94602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0" y="6334316"/>
            <a:ext cx="12192001" cy="659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2DB4C836-C734-4108-B06B-2BF7534ED2C8}" type="datetimeFigureOut">
              <a:rPr lang="ru-RU" smtClean="0"/>
              <a:t>05.04.2026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B2D8B7FF-2AF7-45C3-A0B4-0BFCADB6DF4A}" type="slidenum">
              <a:rPr lang="ru-RU" smtClean="0"/>
              <a:t>‹#›</a:t>
            </a:fld>
            <a:endParaRPr lang="ru-RU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6168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E7D3EA-CB89-4C7E-92A5-892C59FCA12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159318" y="818218"/>
            <a:ext cx="10058400" cy="3525181"/>
          </a:xfrm>
        </p:spPr>
        <p:txBody>
          <a:bodyPr/>
          <a:lstStyle/>
          <a:p>
            <a:r>
              <a:rPr lang="en-US" dirty="0">
                <a:latin typeface="Arial Black" panose="020B0A04020102020204" pitchFamily="34" charset="0"/>
              </a:rPr>
              <a:t>Just File Manager</a:t>
            </a:r>
            <a:endParaRPr lang="ru-RU" dirty="0">
              <a:latin typeface="Arial Black" panose="020B0A0402010202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974BFF7-C8DD-4635-ADFA-FEB6D82FECA0}"/>
              </a:ext>
            </a:extLst>
          </p:cNvPr>
          <p:cNvSpPr txBox="1"/>
          <p:nvPr/>
        </p:nvSpPr>
        <p:spPr>
          <a:xfrm>
            <a:off x="9287934" y="5685783"/>
            <a:ext cx="290406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Ярослав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Бекренёв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ИП-61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	ЦТ «Кемерово»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DA2FBEF-56EB-437F-B3C6-F8BDB5EB3FF6}"/>
              </a:ext>
            </a:extLst>
          </p:cNvPr>
          <p:cNvSpPr txBox="1"/>
          <p:nvPr/>
        </p:nvSpPr>
        <p:spPr>
          <a:xfrm>
            <a:off x="1159318" y="4435192"/>
            <a:ext cx="75268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Bahnschrift" panose="020B0502040204020203" pitchFamily="34" charset="0"/>
              </a:rPr>
              <a:t>Файловый менеджер для систематизации данных </a:t>
            </a:r>
          </a:p>
        </p:txBody>
      </p:sp>
    </p:spTree>
    <p:extLst>
      <p:ext uri="{BB962C8B-B14F-4D97-AF65-F5344CB8AC3E}">
        <p14:creationId xmlns:p14="http://schemas.microsoft.com/office/powerpoint/2010/main" val="19248028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5028F09-6F20-418A-BA74-605EF049A6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6133" y="286603"/>
            <a:ext cx="10253133" cy="1450757"/>
          </a:xfrm>
        </p:spPr>
        <p:txBody>
          <a:bodyPr/>
          <a:lstStyle/>
          <a:p>
            <a:r>
              <a:rPr lang="ru-RU" dirty="0">
                <a:latin typeface="Arial Black" panose="020B0A04020102020204" pitchFamily="34" charset="0"/>
              </a:rPr>
              <a:t>Что за программа?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2B2650C3-7750-46E5-BD9D-FA835065B7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6133" y="1836004"/>
            <a:ext cx="10391987" cy="1371599"/>
          </a:xfrm>
        </p:spPr>
        <p:txBody>
          <a:bodyPr>
            <a:norm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При помощи данной программы в базу заносятся различные документы, с различными расширениями.</a:t>
            </a:r>
          </a:p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Программа сама автоматически делит данные файлы по различным расширениям по папкам назначения. 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6B3E26C-E465-4F75-A354-793A10EAA016}"/>
              </a:ext>
            </a:extLst>
          </p:cNvPr>
          <p:cNvSpPr txBox="1"/>
          <p:nvPr/>
        </p:nvSpPr>
        <p:spPr>
          <a:xfrm>
            <a:off x="5461000" y="3815571"/>
            <a:ext cx="6550660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Например, имеются файлы текстовые (.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doc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), видео (.mp4), аудио (.mp3), которые программа автоматически разделит на 3 папки. Также есть возможность усовершенствования программы, она может систематизировать файлы не только по расширению, но и например по названию (кодовое слово). Также можно будет настраивать распределение по папкам. Чтобы файлы с расширением которые задал пользователь отправлялись в другую папку.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F9611478-E122-497F-AFF7-4D139B02A9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3904" y="3189956"/>
            <a:ext cx="6447756" cy="587644"/>
          </a:xfrm>
          <a:prstGeom prst="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E73BCE8A-CD85-4690-891B-F8195410F6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6133" y="3694208"/>
            <a:ext cx="3917398" cy="1284907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9D6F36C-477E-473F-80AF-BD8943A94E47}"/>
              </a:ext>
            </a:extLst>
          </p:cNvPr>
          <p:cNvSpPr txBox="1"/>
          <p:nvPr/>
        </p:nvSpPr>
        <p:spPr>
          <a:xfrm>
            <a:off x="2284665" y="3336364"/>
            <a:ext cx="1820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До разделения:</a:t>
            </a:r>
          </a:p>
        </p:txBody>
      </p:sp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B34A97C3-9C2D-4B51-A98A-34EEE270C0D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6133" y="5292542"/>
            <a:ext cx="3917398" cy="88892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BC2F07C1-071C-40B4-9BC6-640122CD54FD}"/>
              </a:ext>
            </a:extLst>
          </p:cNvPr>
          <p:cNvSpPr txBox="1"/>
          <p:nvPr/>
        </p:nvSpPr>
        <p:spPr>
          <a:xfrm>
            <a:off x="2098398" y="4949326"/>
            <a:ext cx="207433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После разделения:</a:t>
            </a:r>
          </a:p>
        </p:txBody>
      </p:sp>
    </p:spTree>
    <p:extLst>
      <p:ext uri="{BB962C8B-B14F-4D97-AF65-F5344CB8AC3E}">
        <p14:creationId xmlns:p14="http://schemas.microsoft.com/office/powerpoint/2010/main" val="35503237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C44B0FB-6C73-4CEC-B497-3715642EC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Arial Black" panose="020B0A04020102020204" pitchFamily="34" charset="0"/>
              </a:rPr>
              <a:t>Где может пригодится?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F11B69A9-AEFB-4929-B52B-EA2BB85814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7280" y="1845734"/>
            <a:ext cx="7487920" cy="4725663"/>
          </a:xfrm>
        </p:spPr>
        <p:txBody>
          <a:bodyPr>
            <a:normAutofit/>
          </a:bodyPr>
          <a:lstStyle/>
          <a:p>
            <a:r>
              <a:rPr lang="ru-RU" sz="3600" dirty="0">
                <a:latin typeface="Arial" panose="020B0604020202020204" pitchFamily="34" charset="0"/>
                <a:cs typeface="Arial" panose="020B0604020202020204" pitchFamily="34" charset="0"/>
              </a:rPr>
              <a:t>Данная программа может быть применена в различных организациях в которых необходимо систематизировать документацию, также для обычных пользователей которым нужно быстро распределить файлы по расширению или названию. </a:t>
            </a:r>
          </a:p>
          <a:p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>
              <a:buNone/>
            </a:pPr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A2048417-42F1-456F-BAA9-10ECCBADEC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98466" y="3335867"/>
            <a:ext cx="2683934" cy="2683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02018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DAE53B-7428-4309-94C7-0485D3C46B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Arial Black" panose="020B0A04020102020204" pitchFamily="34" charset="0"/>
              </a:rPr>
              <a:t>Экономика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FCA7948-F4B2-4EA3-8664-874C9D586F34}"/>
              </a:ext>
            </a:extLst>
          </p:cNvPr>
          <p:cNvSpPr txBox="1"/>
          <p:nvPr/>
        </p:nvSpPr>
        <p:spPr>
          <a:xfrm>
            <a:off x="1097281" y="1825706"/>
            <a:ext cx="10058400" cy="440120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>
                <a:latin typeface="Arial" panose="020B0604020202020204" pitchFamily="34" charset="0"/>
                <a:cs typeface="Arial" panose="020B0604020202020204" pitchFamily="34" charset="0"/>
              </a:rPr>
              <a:t>В вопросах экономики очень важна экономия времени и материальных ресурсов. Каждый работодатель стремится ускорить рабочие процессы.  Например, на ручную сортировку файлов исполнитель может затратить от 10-20 минут. В месяц это составляет 440 минут, а в год до трёх с половиной суток. А если это в масштабах большой организации, то это может быть целый штатный сотрудник, а то и несколько. Используя данную программу, можно уменьшить данных сотрудников в разы. Что сэкономит в среднем организации до полумиллиона рублей.</a:t>
            </a:r>
          </a:p>
        </p:txBody>
      </p:sp>
    </p:spTree>
    <p:extLst>
      <p:ext uri="{BB962C8B-B14F-4D97-AF65-F5344CB8AC3E}">
        <p14:creationId xmlns:p14="http://schemas.microsoft.com/office/powerpoint/2010/main" val="2188546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3BB2A5-F65A-4FED-A45F-80380264BE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Arial Black" panose="020B0A04020102020204" pitchFamily="34" charset="0"/>
              </a:rPr>
              <a:t>Аналоги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B6E5B107-EA20-4213-9C9A-2D7F68E8A1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19293" y="1763844"/>
            <a:ext cx="10058400" cy="4023360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Аналогами моей программы является два приложения.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4239682-15C8-415A-8DA3-4EAD1457E5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1066" y="3429000"/>
            <a:ext cx="5724790" cy="286239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B403163-865F-4542-BD6E-D146D8D12A8E}"/>
              </a:ext>
            </a:extLst>
          </p:cNvPr>
          <p:cNvSpPr txBox="1"/>
          <p:nvPr/>
        </p:nvSpPr>
        <p:spPr>
          <a:xfrm>
            <a:off x="2693061" y="2202187"/>
            <a:ext cx="1320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>
                <a:latin typeface="Bahnschrift" panose="020B0502040204020203" pitchFamily="34" charset="0"/>
              </a:rPr>
              <a:t>PhotoMove</a:t>
            </a:r>
            <a:endParaRPr lang="ru-RU" dirty="0">
              <a:latin typeface="Bahnschrift" panose="020B0502040204020203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0505FF-6C2F-4687-A9EA-32E9D70CE0E6}"/>
              </a:ext>
            </a:extLst>
          </p:cNvPr>
          <p:cNvSpPr txBox="1"/>
          <p:nvPr/>
        </p:nvSpPr>
        <p:spPr>
          <a:xfrm>
            <a:off x="462094" y="2511789"/>
            <a:ext cx="57827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i="0" dirty="0">
                <a:solidFill>
                  <a:srgbClr val="000000"/>
                </a:solidFill>
                <a:effectLst/>
              </a:rPr>
              <a:t>Приложение считывает данные EXIF из ваших снимков, затем раскладывает их по папкам в зависимости от даты создания по шаблону «год — месяц — день».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A5A69CC-28B3-4F28-A97D-6298EF732BC0}"/>
              </a:ext>
            </a:extLst>
          </p:cNvPr>
          <p:cNvSpPr txBox="1"/>
          <p:nvPr/>
        </p:nvSpPr>
        <p:spPr>
          <a:xfrm>
            <a:off x="8571136" y="2277177"/>
            <a:ext cx="82973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0" dirty="0" err="1">
                <a:solidFill>
                  <a:srgbClr val="000000"/>
                </a:solidFill>
                <a:effectLst/>
                <a:latin typeface="Bahnschrift" panose="020B0502040204020203" pitchFamily="34" charset="0"/>
              </a:rPr>
              <a:t>DropIt</a:t>
            </a:r>
            <a:endParaRPr lang="en-US" i="0" dirty="0">
              <a:solidFill>
                <a:srgbClr val="000000"/>
              </a:solidFill>
              <a:effectLst/>
              <a:latin typeface="Bahnschrift" panose="020B0502040204020203" pitchFamily="34" charset="0"/>
            </a:endParaRPr>
          </a:p>
          <a:p>
            <a:endParaRPr lang="ru-RU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93A79C3-BF4F-4D7A-A957-29C49907E468}"/>
              </a:ext>
            </a:extLst>
          </p:cNvPr>
          <p:cNvSpPr txBox="1"/>
          <p:nvPr/>
        </p:nvSpPr>
        <p:spPr>
          <a:xfrm>
            <a:off x="6333397" y="2815409"/>
            <a:ext cx="53052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1600" b="0" i="0" dirty="0" err="1">
                <a:solidFill>
                  <a:srgbClr val="000000"/>
                </a:solidFill>
                <a:effectLst/>
              </a:rPr>
              <a:t>DropIt</a:t>
            </a:r>
            <a:r>
              <a:rPr lang="ru-RU" sz="1600" b="0" i="0" dirty="0">
                <a:solidFill>
                  <a:srgbClr val="000000"/>
                </a:solidFill>
                <a:effectLst/>
              </a:rPr>
              <a:t> выполняет определённые действия с файлами, которые подпадают под указанные критерии.</a:t>
            </a:r>
            <a:endParaRPr lang="ru-RU" sz="1600" dirty="0"/>
          </a:p>
        </p:txBody>
      </p:sp>
      <p:pic>
        <p:nvPicPr>
          <p:cNvPr id="1026" name="Picture 2" descr="DropIt">
            <a:extLst>
              <a:ext uri="{FF2B5EF4-FFF2-40B4-BE49-F238E27FC236}">
                <a16:creationId xmlns:a16="http://schemas.microsoft.com/office/drawing/2014/main" id="{74901970-934A-4F66-ABA7-A3C9C97C2E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73800" y="3429000"/>
            <a:ext cx="5671821" cy="283591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4CB4378-3394-4B4D-BA4A-2DAD72753CAD}"/>
              </a:ext>
            </a:extLst>
          </p:cNvPr>
          <p:cNvSpPr txBox="1"/>
          <p:nvPr/>
        </p:nvSpPr>
        <p:spPr>
          <a:xfrm>
            <a:off x="1662740" y="6291395"/>
            <a:ext cx="33814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Бесплатно, за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pro-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версию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9$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02A26D6-6B51-4596-95FE-7E8AAB2CBF7B}"/>
              </a:ext>
            </a:extLst>
          </p:cNvPr>
          <p:cNvSpPr txBox="1"/>
          <p:nvPr/>
        </p:nvSpPr>
        <p:spPr>
          <a:xfrm>
            <a:off x="8329154" y="6291395"/>
            <a:ext cx="131369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Бесплатно</a:t>
            </a:r>
          </a:p>
        </p:txBody>
      </p:sp>
    </p:spTree>
    <p:extLst>
      <p:ext uri="{BB962C8B-B14F-4D97-AF65-F5344CB8AC3E}">
        <p14:creationId xmlns:p14="http://schemas.microsoft.com/office/powerpoint/2010/main" val="36439513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8657AC2-65A9-4830-83DE-45E3EE147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Arial Black" panose="020B0A04020102020204" pitchFamily="34" charset="0"/>
              </a:rPr>
              <a:t>Схема реализации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D105039-4311-41A8-81EC-A6FD246BEF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Вот схема реализации на 3 недели:</a:t>
            </a:r>
          </a:p>
        </p:txBody>
      </p:sp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655386F0-3623-4464-A1CE-7CEDBFC423E1}"/>
              </a:ext>
            </a:extLst>
          </p:cNvPr>
          <p:cNvSpPr/>
          <p:nvPr/>
        </p:nvSpPr>
        <p:spPr>
          <a:xfrm>
            <a:off x="855132" y="3031067"/>
            <a:ext cx="2963334" cy="130386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051308-FC8A-4E2A-A24F-69226F6FED9D}"/>
              </a:ext>
            </a:extLst>
          </p:cNvPr>
          <p:cNvSpPr txBox="1"/>
          <p:nvPr/>
        </p:nvSpPr>
        <p:spPr>
          <a:xfrm>
            <a:off x="1650998" y="3116818"/>
            <a:ext cx="1371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 Black" panose="020B0A04020102020204" pitchFamily="34" charset="0"/>
              </a:rPr>
              <a:t>1 неделя</a:t>
            </a:r>
          </a:p>
        </p:txBody>
      </p: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EBCF2E35-892C-4897-8342-BBE48298DB01}"/>
              </a:ext>
            </a:extLst>
          </p:cNvPr>
          <p:cNvCxnSpPr>
            <a:cxnSpLocks/>
          </p:cNvCxnSpPr>
          <p:nvPr/>
        </p:nvCxnSpPr>
        <p:spPr>
          <a:xfrm>
            <a:off x="855132" y="3486150"/>
            <a:ext cx="296333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3525017-256A-4151-A29E-875DF600CF22}"/>
              </a:ext>
            </a:extLst>
          </p:cNvPr>
          <p:cNvSpPr txBox="1"/>
          <p:nvPr/>
        </p:nvSpPr>
        <p:spPr>
          <a:xfrm>
            <a:off x="966786" y="3571902"/>
            <a:ext cx="27400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Доработка основного функционала</a:t>
            </a:r>
          </a:p>
        </p:txBody>
      </p:sp>
      <p:sp>
        <p:nvSpPr>
          <p:cNvPr id="13" name="Прямоугольник 12">
            <a:extLst>
              <a:ext uri="{FF2B5EF4-FFF2-40B4-BE49-F238E27FC236}">
                <a16:creationId xmlns:a16="http://schemas.microsoft.com/office/drawing/2014/main" id="{C275E5AD-0CC3-4F60-8832-561E311F854B}"/>
              </a:ext>
            </a:extLst>
          </p:cNvPr>
          <p:cNvSpPr/>
          <p:nvPr/>
        </p:nvSpPr>
        <p:spPr>
          <a:xfrm>
            <a:off x="4614333" y="3031067"/>
            <a:ext cx="2963334" cy="130386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29E0B9FB-D480-4586-A912-9DB260E9333C}"/>
              </a:ext>
            </a:extLst>
          </p:cNvPr>
          <p:cNvCxnSpPr>
            <a:stCxn id="4" idx="3"/>
            <a:endCxn id="13" idx="1"/>
          </p:cNvCxnSpPr>
          <p:nvPr/>
        </p:nvCxnSpPr>
        <p:spPr>
          <a:xfrm>
            <a:off x="3818466" y="3683000"/>
            <a:ext cx="795867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TextBox 15">
            <a:extLst>
              <a:ext uri="{FF2B5EF4-FFF2-40B4-BE49-F238E27FC236}">
                <a16:creationId xmlns:a16="http://schemas.microsoft.com/office/drawing/2014/main" id="{47BDE05B-424D-4534-A102-94E582263A51}"/>
              </a:ext>
            </a:extLst>
          </p:cNvPr>
          <p:cNvSpPr txBox="1"/>
          <p:nvPr/>
        </p:nvSpPr>
        <p:spPr>
          <a:xfrm>
            <a:off x="5405437" y="3116818"/>
            <a:ext cx="1381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 Black" panose="020B0A04020102020204" pitchFamily="34" charset="0"/>
              </a:rPr>
              <a:t>2 </a:t>
            </a:r>
            <a:r>
              <a:rPr lang="ru-RU" dirty="0">
                <a:latin typeface="Arial Black" panose="020B0A04020102020204" pitchFamily="34" charset="0"/>
              </a:rPr>
              <a:t>неделя</a:t>
            </a:r>
          </a:p>
        </p:txBody>
      </p:sp>
      <p:cxnSp>
        <p:nvCxnSpPr>
          <p:cNvPr id="19" name="Прямая соединительная линия 18">
            <a:extLst>
              <a:ext uri="{FF2B5EF4-FFF2-40B4-BE49-F238E27FC236}">
                <a16:creationId xmlns:a16="http://schemas.microsoft.com/office/drawing/2014/main" id="{8AC97CD6-A63A-4A70-9D6E-BB6B019ABAE6}"/>
              </a:ext>
            </a:extLst>
          </p:cNvPr>
          <p:cNvCxnSpPr>
            <a:cxnSpLocks/>
          </p:cNvCxnSpPr>
          <p:nvPr/>
        </p:nvCxnSpPr>
        <p:spPr>
          <a:xfrm>
            <a:off x="4614333" y="3486150"/>
            <a:ext cx="296333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0A9A1D-6900-49E5-A09A-2678D4C2A9E3}"/>
              </a:ext>
            </a:extLst>
          </p:cNvPr>
          <p:cNvSpPr txBox="1"/>
          <p:nvPr/>
        </p:nvSpPr>
        <p:spPr>
          <a:xfrm>
            <a:off x="4725988" y="3566945"/>
            <a:ext cx="266625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Создание графического интерфейса</a:t>
            </a:r>
          </a:p>
        </p:txBody>
      </p:sp>
      <p:sp>
        <p:nvSpPr>
          <p:cNvPr id="21" name="Прямоугольник 20">
            <a:extLst>
              <a:ext uri="{FF2B5EF4-FFF2-40B4-BE49-F238E27FC236}">
                <a16:creationId xmlns:a16="http://schemas.microsoft.com/office/drawing/2014/main" id="{A1687B83-315C-47ED-8099-863D09D74768}"/>
              </a:ext>
            </a:extLst>
          </p:cNvPr>
          <p:cNvSpPr/>
          <p:nvPr/>
        </p:nvSpPr>
        <p:spPr>
          <a:xfrm>
            <a:off x="8368771" y="3031067"/>
            <a:ext cx="2963334" cy="1303866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cxnSp>
        <p:nvCxnSpPr>
          <p:cNvPr id="22" name="Прямая со стрелкой 21">
            <a:extLst>
              <a:ext uri="{FF2B5EF4-FFF2-40B4-BE49-F238E27FC236}">
                <a16:creationId xmlns:a16="http://schemas.microsoft.com/office/drawing/2014/main" id="{60008D52-2FA4-42ED-919B-634CC0FF48ED}"/>
              </a:ext>
            </a:extLst>
          </p:cNvPr>
          <p:cNvCxnSpPr/>
          <p:nvPr/>
        </p:nvCxnSpPr>
        <p:spPr>
          <a:xfrm>
            <a:off x="7577667" y="3683000"/>
            <a:ext cx="795867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B7C410AD-15C6-4445-B2CF-1259CF61A67F}"/>
              </a:ext>
            </a:extLst>
          </p:cNvPr>
          <p:cNvSpPr txBox="1"/>
          <p:nvPr/>
        </p:nvSpPr>
        <p:spPr>
          <a:xfrm>
            <a:off x="9159875" y="3116818"/>
            <a:ext cx="13811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 Black" panose="020B0A04020102020204" pitchFamily="34" charset="0"/>
              </a:rPr>
              <a:t>3</a:t>
            </a:r>
            <a:r>
              <a:rPr lang="en-US" dirty="0">
                <a:latin typeface="Arial Black" panose="020B0A04020102020204" pitchFamily="34" charset="0"/>
              </a:rPr>
              <a:t> </a:t>
            </a:r>
            <a:r>
              <a:rPr lang="ru-RU" dirty="0">
                <a:latin typeface="Arial Black" panose="020B0A04020102020204" pitchFamily="34" charset="0"/>
              </a:rPr>
              <a:t>неделя</a:t>
            </a:r>
          </a:p>
        </p:txBody>
      </p:sp>
      <p:cxnSp>
        <p:nvCxnSpPr>
          <p:cNvPr id="25" name="Прямая соединительная линия 24">
            <a:extLst>
              <a:ext uri="{FF2B5EF4-FFF2-40B4-BE49-F238E27FC236}">
                <a16:creationId xmlns:a16="http://schemas.microsoft.com/office/drawing/2014/main" id="{FBCD5C07-FC5A-4F92-8938-BE4573A398F4}"/>
              </a:ext>
            </a:extLst>
          </p:cNvPr>
          <p:cNvCxnSpPr>
            <a:cxnSpLocks/>
          </p:cNvCxnSpPr>
          <p:nvPr/>
        </p:nvCxnSpPr>
        <p:spPr>
          <a:xfrm>
            <a:off x="8384963" y="3486150"/>
            <a:ext cx="2963334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CAC0C326-843A-4CD0-B3A5-701DA18EEF5D}"/>
              </a:ext>
            </a:extLst>
          </p:cNvPr>
          <p:cNvSpPr txBox="1"/>
          <p:nvPr/>
        </p:nvSpPr>
        <p:spPr>
          <a:xfrm>
            <a:off x="8912859" y="3582639"/>
            <a:ext cx="2057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Подготовка к защите проекта</a:t>
            </a:r>
          </a:p>
        </p:txBody>
      </p:sp>
    </p:spTree>
    <p:extLst>
      <p:ext uri="{BB962C8B-B14F-4D97-AF65-F5344CB8AC3E}">
        <p14:creationId xmlns:p14="http://schemas.microsoft.com/office/powerpoint/2010/main" val="25956259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B382DF7B-8DC4-4611-8E38-FA5F177328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4734" y="767418"/>
            <a:ext cx="12192000" cy="3566160"/>
          </a:xfrm>
        </p:spPr>
        <p:txBody>
          <a:bodyPr>
            <a:normAutofit/>
          </a:bodyPr>
          <a:lstStyle/>
          <a:p>
            <a:r>
              <a:rPr lang="ru-RU" sz="6600" dirty="0">
                <a:latin typeface="Arial Black" panose="020B0A04020102020204" pitchFamily="34" charset="0"/>
              </a:rPr>
              <a:t>  Спасибо за внимание!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FCD1952-C52F-4CF1-9F06-F2D62E2463ED}"/>
              </a:ext>
            </a:extLst>
          </p:cNvPr>
          <p:cNvSpPr txBox="1"/>
          <p:nvPr/>
        </p:nvSpPr>
        <p:spPr>
          <a:xfrm>
            <a:off x="9248775" y="5681134"/>
            <a:ext cx="2943225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Бекренёв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Ярослав ИП-61</a:t>
            </a:r>
          </a:p>
          <a:p>
            <a:pPr algn="r"/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ЦТ «Кемерово»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3DFC41-6FB0-4A67-8881-6571106B9A41}"/>
              </a:ext>
            </a:extLst>
          </p:cNvPr>
          <p:cNvSpPr txBox="1"/>
          <p:nvPr/>
        </p:nvSpPr>
        <p:spPr>
          <a:xfrm>
            <a:off x="4919662" y="4333578"/>
            <a:ext cx="228123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Задавайте вопросы</a:t>
            </a:r>
          </a:p>
        </p:txBody>
      </p:sp>
    </p:spTree>
    <p:extLst>
      <p:ext uri="{BB962C8B-B14F-4D97-AF65-F5344CB8AC3E}">
        <p14:creationId xmlns:p14="http://schemas.microsoft.com/office/powerpoint/2010/main" val="970972427"/>
      </p:ext>
    </p:extLst>
  </p:cSld>
  <p:clrMapOvr>
    <a:masterClrMapping/>
  </p:clrMapOvr>
</p:sld>
</file>

<file path=ppt/theme/theme1.xml><?xml version="1.0" encoding="utf-8"?>
<a:theme xmlns:a="http://schemas.openxmlformats.org/drawingml/2006/main" name="Ретро">
  <a:themeElements>
    <a:clrScheme name="Ретро">
      <a:dk1>
        <a:srgbClr val="000000"/>
      </a:dk1>
      <a:lt1>
        <a:sysClr val="window" lastClr="FFFFFF"/>
      </a:lt1>
      <a:dk2>
        <a:srgbClr val="637052"/>
      </a:dk2>
      <a:lt2>
        <a:srgbClr val="CCDDEA"/>
      </a:lt2>
      <a:accent1>
        <a:srgbClr val="E48312"/>
      </a:accent1>
      <a:accent2>
        <a:srgbClr val="BD582C"/>
      </a:accent2>
      <a:accent3>
        <a:srgbClr val="865640"/>
      </a:accent3>
      <a:accent4>
        <a:srgbClr val="9B8357"/>
      </a:accent4>
      <a:accent5>
        <a:srgbClr val="C2BC80"/>
      </a:accent5>
      <a:accent6>
        <a:srgbClr val="94A088"/>
      </a:accent6>
      <a:hlink>
        <a:srgbClr val="2998E3"/>
      </a:hlink>
      <a:folHlink>
        <a:srgbClr val="8C8C8C"/>
      </a:folHlink>
    </a:clrScheme>
    <a:fontScheme name="Ретро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Ретро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1978</TotalTime>
  <Words>339</Words>
  <Application>Microsoft Office PowerPoint</Application>
  <PresentationFormat>Широкоэкранный</PresentationFormat>
  <Paragraphs>35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3" baseType="lpstr">
      <vt:lpstr>Arial</vt:lpstr>
      <vt:lpstr>Arial Black</vt:lpstr>
      <vt:lpstr>Bahnschrift</vt:lpstr>
      <vt:lpstr>Calibri</vt:lpstr>
      <vt:lpstr>Calibri Light</vt:lpstr>
      <vt:lpstr>Ретро</vt:lpstr>
      <vt:lpstr>Just File Manager</vt:lpstr>
      <vt:lpstr>Что за программа?</vt:lpstr>
      <vt:lpstr>Где может пригодится?</vt:lpstr>
      <vt:lpstr>Экономика</vt:lpstr>
      <vt:lpstr>Аналоги</vt:lpstr>
      <vt:lpstr>Схема реализации</vt:lpstr>
      <vt:lpstr>  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acdclex acdclex</dc:creator>
  <cp:lastModifiedBy>acdclex acdclex</cp:lastModifiedBy>
  <cp:revision>37</cp:revision>
  <dcterms:created xsi:type="dcterms:W3CDTF">2026-03-22T08:58:19Z</dcterms:created>
  <dcterms:modified xsi:type="dcterms:W3CDTF">2026-04-05T13:53:56Z</dcterms:modified>
</cp:coreProperties>
</file>